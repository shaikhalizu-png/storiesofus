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65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3DEB47-43A3-3FCF-E1F3-C2D45EFF762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14113" y="6672580"/>
            <a:ext cx="835025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📖 StoriesOfUs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Social Issue Storytelling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C8C8C8"/>
                </a:solidFill>
              </a:defRPr>
            </a:pPr>
            <a:r>
              <a:t>"Empowering Voices, Inspiring Change: Share Your Story, Transform Communities."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ABSTRACT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1277295" cy="5120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0887" y="2690336"/>
            <a:ext cx="107899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rPr dirty="0"/>
              <a:t>• </a:t>
            </a:r>
            <a:r>
              <a:rPr dirty="0" err="1"/>
              <a:t>StoriesOfUs</a:t>
            </a:r>
            <a:r>
              <a:rPr dirty="0"/>
              <a:t> is a comprehensive storytelling platform that enables users to share real-life experiences related to social issues including mental health, discrimination, inequality, and social challenges.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rPr dirty="0"/>
              <a:t>• The platform features user authentication, media uploads (images/videos), real-time chat, and a friends system for community building.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1277295" cy="5120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8992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rPr b="1" dirty="0"/>
              <a:t>• </a:t>
            </a:r>
            <a:r>
              <a:rPr b="1" u="sng" dirty="0"/>
              <a:t>Lack of Safe Spaces</a:t>
            </a:r>
            <a:r>
              <a:rPr dirty="0"/>
              <a:t>: Many individuals facing social challenges lack platforms to share experiences without judgment.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rPr dirty="0"/>
              <a:t>• </a:t>
            </a:r>
            <a:r>
              <a:rPr b="1" u="sng" dirty="0"/>
              <a:t>Awareness Gap</a:t>
            </a:r>
            <a:r>
              <a:rPr dirty="0"/>
              <a:t>: Social issues often remain hidden due to stigma, preventing community understanding and support.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rPr dirty="0"/>
              <a:t>• </a:t>
            </a:r>
            <a:r>
              <a:rPr b="1" u="sng" dirty="0"/>
              <a:t>Disconnected Communities</a:t>
            </a:r>
            <a:r>
              <a:rPr dirty="0"/>
              <a:t>: People experiencing similar challenges often feel isolated, unaware others share their struggles.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rPr dirty="0"/>
              <a:t>• </a:t>
            </a:r>
            <a:r>
              <a:rPr b="1" u="sng" dirty="0"/>
              <a:t>Need for Anonymity</a:t>
            </a:r>
            <a:r>
              <a:rPr dirty="0"/>
              <a:t>: Fear of identification prevents many from speaking up about sensitive topics.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486400" cy="5120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120640" cy="2749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endParaRPr lang="en-US" dirty="0"/>
          </a:p>
          <a:p>
            <a:pPr>
              <a:defRPr sz="2200" b="1">
                <a:solidFill>
                  <a:srgbClr val="1F2937"/>
                </a:solidFill>
              </a:defRPr>
            </a:pPr>
            <a:endParaRPr lang="en-US" dirty="0"/>
          </a:p>
          <a:p>
            <a:pPr>
              <a:defRPr sz="2200" b="1">
                <a:solidFill>
                  <a:srgbClr val="1F2937"/>
                </a:solidFill>
              </a:defRPr>
            </a:pPr>
            <a:r>
              <a:rPr dirty="0"/>
              <a:t>📝 Story Features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endParaRPr lang="en-IN" dirty="0"/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dirty="0"/>
              <a:t>• </a:t>
            </a:r>
            <a:r>
              <a:rPr b="1" dirty="0"/>
              <a:t>Story Submission</a:t>
            </a:r>
            <a:r>
              <a:rPr dirty="0"/>
              <a:t>: Share experiences with text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b="1" dirty="0"/>
              <a:t>• Media Uploads</a:t>
            </a:r>
            <a:r>
              <a:rPr dirty="0"/>
              <a:t>: Add images &amp; videos (up to 5 files)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b="1" dirty="0"/>
              <a:t>• Category Organization</a:t>
            </a:r>
            <a:r>
              <a:rPr dirty="0"/>
              <a:t>: Filter by topic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b="1" dirty="0"/>
              <a:t>• Anonymous Posting</a:t>
            </a:r>
            <a:r>
              <a:rPr dirty="0"/>
              <a:t>: Privacy protection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8095" y="1280160"/>
            <a:ext cx="5486400" cy="5120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30975" y="1463040"/>
            <a:ext cx="5120640" cy="2749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endParaRPr lang="en-US" dirty="0"/>
          </a:p>
          <a:p>
            <a:pPr>
              <a:defRPr sz="2200" b="1">
                <a:solidFill>
                  <a:srgbClr val="1F2937"/>
                </a:solidFill>
              </a:defRPr>
            </a:pPr>
            <a:endParaRPr lang="en-IN" dirty="0"/>
          </a:p>
          <a:p>
            <a:pPr>
              <a:defRPr sz="2200" b="1">
                <a:solidFill>
                  <a:srgbClr val="1F2937"/>
                </a:solidFill>
              </a:defRPr>
            </a:pPr>
            <a:r>
              <a:rPr dirty="0"/>
              <a:t>👥 Social Features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endParaRPr lang="en-US" dirty="0"/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b="1" dirty="0"/>
              <a:t>• User Authentication</a:t>
            </a:r>
            <a:r>
              <a:rPr dirty="0"/>
              <a:t>: Secure login/signup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b="1" dirty="0"/>
              <a:t>• Friends System</a:t>
            </a:r>
            <a:r>
              <a:rPr dirty="0"/>
              <a:t>: Connect with other users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b="1" dirty="0"/>
              <a:t>• Real-time Chat</a:t>
            </a:r>
            <a:r>
              <a:rPr dirty="0"/>
              <a:t>: </a:t>
            </a:r>
            <a:r>
              <a:rPr dirty="0" err="1"/>
              <a:t>Socket.IO</a:t>
            </a:r>
            <a:r>
              <a:rPr dirty="0"/>
              <a:t> powered messaging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b="1" dirty="0"/>
              <a:t>• Online Status</a:t>
            </a:r>
            <a:r>
              <a:rPr dirty="0"/>
              <a:t>: See who's online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STORY CATEGORIES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3627" y="1371600"/>
            <a:ext cx="11277295" cy="5120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4582" y="2587647"/>
            <a:ext cx="107899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rPr dirty="0"/>
              <a:t>•</a:t>
            </a:r>
            <a:r>
              <a:rPr b="1" dirty="0"/>
              <a:t> 🧠 Mental Health</a:t>
            </a:r>
            <a:r>
              <a:rPr dirty="0"/>
              <a:t> - Stories about mental wellness and challenges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rPr b="1" dirty="0"/>
              <a:t>• ✊ Discrimination</a:t>
            </a:r>
            <a:r>
              <a:rPr dirty="0"/>
              <a:t> - Experiences of unfair treatment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rPr b="1" dirty="0"/>
              <a:t>• ⚖️ Inequality </a:t>
            </a:r>
            <a:r>
              <a:rPr dirty="0"/>
              <a:t>- Stories highlighting social disparities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rPr b="1" dirty="0"/>
              <a:t>• 🌍 Social Challenges </a:t>
            </a:r>
            <a:r>
              <a:rPr dirty="0"/>
              <a:t>- General social issues and struggles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rPr b="1" dirty="0"/>
              <a:t>• 📖 Other</a:t>
            </a:r>
            <a:r>
              <a:rPr dirty="0"/>
              <a:t> - Miscellaneous experiences worth sharing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USER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1277295" cy="5120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0887" y="1925495"/>
            <a:ext cx="1078992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endParaRPr lang="en-IN" dirty="0"/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rPr dirty="0"/>
              <a:t>• 🏠 Visit Home → 📚 Browse Stories → 🔍 Filter by Category → 📖 Read Story → ❤️ Like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rPr dirty="0"/>
              <a:t>• ✍️ Share Story → 📝 Fill Form → 🏷️ Select Category → 📁 Upload Media → ✅ Submit → 🎉 Published!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rPr dirty="0"/>
              <a:t>• 🔐 Login → 👥 View Friends → 💬 Start Chat → 📤 Send Messages → 🟢 See Online Status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DATA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486400" cy="5120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120640" cy="272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endParaRPr lang="en-US" dirty="0"/>
          </a:p>
          <a:p>
            <a:pPr>
              <a:defRPr sz="2200" b="1">
                <a:solidFill>
                  <a:srgbClr val="1F2937"/>
                </a:solidFill>
              </a:defRPr>
            </a:pPr>
            <a:endParaRPr lang="en-IN" dirty="0"/>
          </a:p>
          <a:p>
            <a:pPr>
              <a:defRPr sz="2200" b="1">
                <a:solidFill>
                  <a:srgbClr val="1F2937"/>
                </a:solidFill>
              </a:defRPr>
            </a:pPr>
            <a:r>
              <a:rPr dirty="0"/>
              <a:t>📖 Story &amp; Category</a:t>
            </a:r>
            <a:endParaRPr lang="en-US" dirty="0"/>
          </a:p>
          <a:p>
            <a:pPr>
              <a:defRPr sz="2200" b="1">
                <a:solidFill>
                  <a:srgbClr val="1F2937"/>
                </a:solidFill>
              </a:defRPr>
            </a:pPr>
            <a:endParaRPr lang="en-IN" dirty="0"/>
          </a:p>
          <a:p>
            <a:pPr>
              <a:defRPr sz="2200" b="1">
                <a:solidFill>
                  <a:srgbClr val="1F2937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dirty="0"/>
              <a:t>• </a:t>
            </a:r>
            <a:r>
              <a:rPr b="1" u="sng" dirty="0"/>
              <a:t>Story</a:t>
            </a:r>
            <a:r>
              <a:rPr dirty="0"/>
              <a:t>: title, content, author, category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dirty="0"/>
              <a:t>• </a:t>
            </a:r>
            <a:r>
              <a:rPr b="1" u="sng" dirty="0"/>
              <a:t>Story</a:t>
            </a:r>
            <a:r>
              <a:rPr dirty="0"/>
              <a:t>: featured, likes, media[] (type, </a:t>
            </a:r>
            <a:r>
              <a:rPr dirty="0" err="1"/>
              <a:t>url</a:t>
            </a:r>
            <a:r>
              <a:rPr dirty="0"/>
              <a:t>)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dirty="0"/>
              <a:t>• </a:t>
            </a:r>
            <a:r>
              <a:rPr b="1" u="sng" dirty="0"/>
              <a:t>Category</a:t>
            </a:r>
            <a:r>
              <a:rPr dirty="0"/>
              <a:t>: name, slug, description, icon, color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8095" y="1280160"/>
            <a:ext cx="5486400" cy="5120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30975" y="1463040"/>
            <a:ext cx="5120640" cy="2749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endParaRPr lang="en-US" dirty="0"/>
          </a:p>
          <a:p>
            <a:pPr>
              <a:defRPr sz="2200" b="1">
                <a:solidFill>
                  <a:srgbClr val="1F2937"/>
                </a:solidFill>
              </a:defRPr>
            </a:pPr>
            <a:endParaRPr lang="en-IN" dirty="0"/>
          </a:p>
          <a:p>
            <a:pPr>
              <a:defRPr sz="2200" b="1">
                <a:solidFill>
                  <a:srgbClr val="1F2937"/>
                </a:solidFill>
              </a:defRPr>
            </a:pPr>
            <a:r>
              <a:rPr dirty="0"/>
              <a:t>👤 User &amp; Message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endParaRPr lang="en-US" dirty="0"/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endParaRPr lang="en-IN" dirty="0"/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dirty="0"/>
              <a:t>• </a:t>
            </a:r>
            <a:r>
              <a:rPr b="1" u="sng" dirty="0"/>
              <a:t>User</a:t>
            </a:r>
            <a:r>
              <a:rPr dirty="0"/>
              <a:t>: name, email, password, friends[]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dirty="0"/>
              <a:t>• </a:t>
            </a:r>
            <a:r>
              <a:rPr b="1" u="sng" dirty="0"/>
              <a:t>Message</a:t>
            </a:r>
            <a:r>
              <a:rPr dirty="0"/>
              <a:t>: sender, receiver, content, read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dirty="0"/>
              <a:t>• Just MONGODB for Passwords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APPLICATION PAGES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486400" cy="5120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120640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endParaRPr lang="en-US" dirty="0"/>
          </a:p>
          <a:p>
            <a:pPr>
              <a:defRPr sz="2200" b="1">
                <a:solidFill>
                  <a:srgbClr val="1F2937"/>
                </a:solidFill>
              </a:defRPr>
            </a:pPr>
            <a:r>
              <a:rPr dirty="0"/>
              <a:t>📄 Core Pages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endParaRPr lang="en-US" dirty="0"/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endParaRPr lang="en-IN" dirty="0"/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dirty="0"/>
              <a:t>• 🏠 Home - Featured stories &amp; grid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dirty="0"/>
              <a:t>• 📚 Stories - Browse &amp; filter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dirty="0"/>
              <a:t>• 📖 Story Detail - Full view + media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dirty="0"/>
              <a:t>• ✍️ Submit Story - Form + media upload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8095" y="1280160"/>
            <a:ext cx="5486400" cy="5120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30975" y="1463040"/>
            <a:ext cx="5120640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endParaRPr lang="en-US" dirty="0"/>
          </a:p>
          <a:p>
            <a:pPr>
              <a:defRPr sz="2200" b="1">
                <a:solidFill>
                  <a:srgbClr val="1F2937"/>
                </a:solidFill>
              </a:defRPr>
            </a:pPr>
            <a:r>
              <a:rPr dirty="0"/>
              <a:t>🔐 Auth &amp; Social Pages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endParaRPr lang="en-US" dirty="0"/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endParaRPr lang="en-IN" dirty="0"/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dirty="0"/>
              <a:t>• 🔑 Login - Email &amp; password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dirty="0"/>
              <a:t>• 📝 Signup - New registration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dirty="0"/>
              <a:t>• 💬 Chat - Real-time messaging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dirty="0"/>
              <a:t>• 👥 Friends - Online status &amp; list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1277295" cy="5120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8992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endParaRPr lang="en-US" dirty="0"/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endParaRPr lang="en-IN" dirty="0"/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rPr dirty="0"/>
              <a:t>• 🖥️ React Frontend ⟷ ⚡ </a:t>
            </a:r>
            <a:r>
              <a:rPr dirty="0" err="1"/>
              <a:t>Express.js</a:t>
            </a:r>
            <a:r>
              <a:rPr dirty="0"/>
              <a:t> API ⟷ 🔌 </a:t>
            </a:r>
            <a:r>
              <a:rPr dirty="0" err="1"/>
              <a:t>Socket.IO</a:t>
            </a:r>
            <a:r>
              <a:rPr dirty="0"/>
              <a:t> ⟷ 🗄️ MongoDB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rPr dirty="0"/>
              <a:t>• Frontend: </a:t>
            </a:r>
            <a:r>
              <a:rPr dirty="0" err="1"/>
              <a:t>React.js</a:t>
            </a:r>
            <a:r>
              <a:rPr dirty="0"/>
              <a:t> + React Router + Context API for state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rPr dirty="0"/>
              <a:t>• Backend: Node.js + </a:t>
            </a:r>
            <a:r>
              <a:rPr dirty="0" err="1"/>
              <a:t>Express.js</a:t>
            </a:r>
            <a:r>
              <a:rPr dirty="0"/>
              <a:t> + </a:t>
            </a:r>
            <a:r>
              <a:rPr dirty="0" err="1"/>
              <a:t>Socket.IO</a:t>
            </a:r>
            <a:r>
              <a:rPr dirty="0"/>
              <a:t> for real-time chat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rPr dirty="0"/>
              <a:t>• Auth: MongoDB for password storage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rPr dirty="0"/>
              <a:t>• Media: Multer for file uploads (images/videos)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34814"/>
            <a:ext cx="5486400" cy="5120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385" y="1936006"/>
            <a:ext cx="5120640" cy="2595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endParaRPr lang="en-US" sz="2800" dirty="0"/>
          </a:p>
          <a:p>
            <a:pPr>
              <a:defRPr sz="2200" b="1">
                <a:solidFill>
                  <a:srgbClr val="1F2937"/>
                </a:solidFill>
              </a:defRPr>
            </a:pPr>
            <a:r>
              <a:rPr sz="2800" dirty="0"/>
              <a:t>⚛️ Frontend &amp; Backend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endParaRPr lang="en-US" dirty="0"/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dirty="0"/>
              <a:t>• </a:t>
            </a:r>
            <a:r>
              <a:rPr b="1" dirty="0" err="1"/>
              <a:t>React.js</a:t>
            </a:r>
            <a:r>
              <a:rPr dirty="0"/>
              <a:t> - Frontend + Router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dirty="0"/>
              <a:t>• </a:t>
            </a:r>
            <a:r>
              <a:rPr b="1" dirty="0"/>
              <a:t>Node.js</a:t>
            </a:r>
            <a:r>
              <a:rPr dirty="0"/>
              <a:t> - Runtime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dirty="0"/>
              <a:t>• </a:t>
            </a:r>
            <a:r>
              <a:rPr b="1" dirty="0" err="1"/>
              <a:t>Express.js</a:t>
            </a:r>
            <a:r>
              <a:rPr dirty="0"/>
              <a:t> - REST API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dirty="0"/>
              <a:t>• </a:t>
            </a:r>
            <a:r>
              <a:rPr b="1" dirty="0"/>
              <a:t>MongoDB</a:t>
            </a:r>
            <a:r>
              <a:rPr dirty="0"/>
              <a:t> - Database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8095" y="1280160"/>
            <a:ext cx="5486400" cy="5120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60238" y="1936006"/>
            <a:ext cx="5120640" cy="256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endParaRPr lang="en-US" sz="2800" dirty="0"/>
          </a:p>
          <a:p>
            <a:pPr>
              <a:defRPr sz="2200" b="1">
                <a:solidFill>
                  <a:srgbClr val="1F2937"/>
                </a:solidFill>
              </a:defRPr>
            </a:pPr>
            <a:r>
              <a:rPr sz="2800" dirty="0"/>
              <a:t>🔧 Additional Tools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endParaRPr lang="en-US" sz="1400" dirty="0"/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sz="1400" b="1" dirty="0"/>
              <a:t>• </a:t>
            </a:r>
            <a:r>
              <a:rPr sz="1600" b="1" dirty="0" err="1"/>
              <a:t>Socket.IO</a:t>
            </a:r>
            <a:r>
              <a:rPr sz="1600" dirty="0"/>
              <a:t> - Real-time Chat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sz="1400" dirty="0"/>
              <a:t>• </a:t>
            </a:r>
            <a:r>
              <a:rPr sz="1600" b="1" dirty="0"/>
              <a:t>Auth</a:t>
            </a:r>
            <a:r>
              <a:rPr sz="1600" dirty="0"/>
              <a:t> - Login/Signup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sz="1400" dirty="0"/>
              <a:t>• </a:t>
            </a:r>
            <a:r>
              <a:rPr sz="1600" b="1" dirty="0"/>
              <a:t>Multer</a:t>
            </a:r>
            <a:r>
              <a:rPr sz="1600" dirty="0"/>
              <a:t> - File Uploads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sz="1400" dirty="0"/>
              <a:t>• </a:t>
            </a:r>
            <a:r>
              <a:rPr sz="1400" b="1" dirty="0"/>
              <a:t>Docker</a:t>
            </a:r>
            <a:r>
              <a:rPr sz="1400" dirty="0"/>
              <a:t> - </a:t>
            </a:r>
            <a:r>
              <a:rPr sz="1600" dirty="0"/>
              <a:t>Containerization</a:t>
            </a:r>
            <a:endParaRPr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API ENDPOINTS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486400" cy="5120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12064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endParaRPr lang="en-US" dirty="0"/>
          </a:p>
          <a:p>
            <a:pPr>
              <a:defRPr sz="2200" b="1">
                <a:solidFill>
                  <a:srgbClr val="1F2937"/>
                </a:solidFill>
              </a:defRPr>
            </a:pPr>
            <a:r>
              <a:rPr dirty="0"/>
              <a:t>📖 Stories &amp; Auth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endParaRPr lang="en-US" dirty="0"/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dirty="0"/>
              <a:t>• GET /</a:t>
            </a:r>
            <a:r>
              <a:rPr dirty="0" err="1"/>
              <a:t>api</a:t>
            </a:r>
            <a:r>
              <a:rPr dirty="0"/>
              <a:t>/stories - List all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dirty="0"/>
              <a:t>• GET /</a:t>
            </a:r>
            <a:r>
              <a:rPr dirty="0" err="1"/>
              <a:t>api</a:t>
            </a:r>
            <a:r>
              <a:rPr dirty="0"/>
              <a:t>/stories/:id - Single story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dirty="0"/>
              <a:t>• POST /</a:t>
            </a:r>
            <a:r>
              <a:rPr dirty="0" err="1"/>
              <a:t>api</a:t>
            </a:r>
            <a:r>
              <a:rPr dirty="0"/>
              <a:t>/stories - Create (+ media)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dirty="0"/>
              <a:t>• POST /</a:t>
            </a:r>
            <a:r>
              <a:rPr dirty="0" err="1"/>
              <a:t>api</a:t>
            </a:r>
            <a:r>
              <a:rPr dirty="0"/>
              <a:t>/auth/register - Sign up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dirty="0"/>
              <a:t>• POST /</a:t>
            </a:r>
            <a:r>
              <a:rPr dirty="0" err="1"/>
              <a:t>api</a:t>
            </a:r>
            <a:r>
              <a:rPr dirty="0"/>
              <a:t>/auth/login - Login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dirty="0"/>
              <a:t>• GET /</a:t>
            </a:r>
            <a:r>
              <a:rPr dirty="0" err="1"/>
              <a:t>api</a:t>
            </a:r>
            <a:r>
              <a:rPr dirty="0"/>
              <a:t>/auth/me - Current user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8095" y="1280160"/>
            <a:ext cx="5486400" cy="5120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30975" y="1463040"/>
            <a:ext cx="512064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endParaRPr lang="en-US" dirty="0"/>
          </a:p>
          <a:p>
            <a:pPr>
              <a:defRPr sz="2200" b="1">
                <a:solidFill>
                  <a:srgbClr val="1F2937"/>
                </a:solidFill>
              </a:defRPr>
            </a:pPr>
            <a:r>
              <a:rPr dirty="0"/>
              <a:t>👥 Friends &amp; Chat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endParaRPr lang="en-US" dirty="0"/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dirty="0"/>
              <a:t>• GET /</a:t>
            </a:r>
            <a:r>
              <a:rPr dirty="0" err="1"/>
              <a:t>api</a:t>
            </a:r>
            <a:r>
              <a:rPr dirty="0"/>
              <a:t>/friends - List friends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dirty="0"/>
              <a:t>• GET /</a:t>
            </a:r>
            <a:r>
              <a:rPr dirty="0" err="1"/>
              <a:t>api</a:t>
            </a:r>
            <a:r>
              <a:rPr dirty="0"/>
              <a:t>/friends/search - Search users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dirty="0"/>
              <a:t>• POST /</a:t>
            </a:r>
            <a:r>
              <a:rPr dirty="0" err="1"/>
              <a:t>api</a:t>
            </a:r>
            <a:r>
              <a:rPr dirty="0"/>
              <a:t>/friends/add/:</a:t>
            </a:r>
            <a:r>
              <a:rPr dirty="0" err="1"/>
              <a:t>userId</a:t>
            </a:r>
            <a:r>
              <a:rPr dirty="0"/>
              <a:t> - Add friend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dirty="0"/>
              <a:t>• GET /</a:t>
            </a:r>
            <a:r>
              <a:rPr dirty="0" err="1"/>
              <a:t>api</a:t>
            </a:r>
            <a:r>
              <a:rPr dirty="0"/>
              <a:t>/chat/:</a:t>
            </a:r>
            <a:r>
              <a:rPr dirty="0" err="1"/>
              <a:t>userId</a:t>
            </a:r>
            <a:r>
              <a:rPr dirty="0"/>
              <a:t> - Get messages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dirty="0"/>
              <a:t>• POST /</a:t>
            </a:r>
            <a:r>
              <a:rPr dirty="0" err="1"/>
              <a:t>api</a:t>
            </a:r>
            <a:r>
              <a:rPr dirty="0"/>
              <a:t>/chat/:</a:t>
            </a:r>
            <a:r>
              <a:rPr dirty="0" err="1"/>
              <a:t>userId</a:t>
            </a:r>
            <a:r>
              <a:rPr dirty="0"/>
              <a:t> - Send message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dirty="0"/>
              <a:t>• 🔌 Socket: </a:t>
            </a:r>
            <a:r>
              <a:rPr dirty="0" err="1"/>
              <a:t>user_online</a:t>
            </a:r>
            <a:r>
              <a:rPr dirty="0"/>
              <a:t>, </a:t>
            </a:r>
            <a:r>
              <a:rPr dirty="0" err="1"/>
              <a:t>send_message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IMPLEMENTED &amp; FUTURE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486400" cy="5120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12064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endParaRPr lang="en-US" dirty="0"/>
          </a:p>
          <a:p>
            <a:pPr>
              <a:defRPr sz="2200" b="1">
                <a:solidFill>
                  <a:srgbClr val="1F2937"/>
                </a:solidFill>
              </a:defRPr>
            </a:pPr>
            <a:r>
              <a:rPr dirty="0"/>
              <a:t>✅ Implemented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endParaRPr lang="en-US" dirty="0"/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endParaRPr lang="en-IN" dirty="0"/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dirty="0"/>
              <a:t>• User Authentication: Login/signup ✓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dirty="0"/>
              <a:t>• Media Uploads: Images &amp; videos ✓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dirty="0"/>
              <a:t>• Real-time Chat: </a:t>
            </a:r>
            <a:r>
              <a:rPr dirty="0" err="1"/>
              <a:t>Socket.IO</a:t>
            </a:r>
            <a:r>
              <a:rPr dirty="0"/>
              <a:t> messaging ✓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dirty="0"/>
              <a:t>• Friends System: Add &amp; manage friends ✓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dirty="0"/>
              <a:t>• Modern UI: Dark theme + </a:t>
            </a:r>
            <a:r>
              <a:rPr dirty="0" err="1"/>
              <a:t>glassmorphism</a:t>
            </a:r>
            <a:r>
              <a:rPr dirty="0"/>
              <a:t> 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8095" y="1280160"/>
            <a:ext cx="5486400" cy="5120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30975" y="1463040"/>
            <a:ext cx="512064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endParaRPr lang="en-US" dirty="0"/>
          </a:p>
          <a:p>
            <a:pPr>
              <a:defRPr sz="2200" b="1">
                <a:solidFill>
                  <a:srgbClr val="1F2937"/>
                </a:solidFill>
              </a:defRPr>
            </a:pPr>
            <a:r>
              <a:rPr dirty="0"/>
              <a:t>🎯 Future Enhancements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endParaRPr lang="en-US" dirty="0"/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endParaRPr lang="en-IN" dirty="0"/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dirty="0"/>
              <a:t>• Comments: Story discussions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dirty="0"/>
              <a:t>• Search: Full-text search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dirty="0"/>
              <a:t>• AI Moderation: Content safety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dirty="0"/>
              <a:t>• Notifications: Push alerts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rPr dirty="0"/>
              <a:t>• Mobile App: iOS &amp; Android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1277295" cy="5120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rPr dirty="0"/>
              <a:t>• </a:t>
            </a:r>
            <a:r>
              <a:rPr dirty="0" err="1"/>
              <a:t>React.js</a:t>
            </a:r>
            <a:r>
              <a:rPr dirty="0"/>
              <a:t> Documentation - https://</a:t>
            </a:r>
            <a:r>
              <a:rPr dirty="0" err="1"/>
              <a:t>react.dev</a:t>
            </a:r>
            <a:r>
              <a:rPr dirty="0"/>
              <a:t>/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rPr dirty="0"/>
              <a:t>• Node.js Documentation - https://</a:t>
            </a:r>
            <a:r>
              <a:rPr dirty="0" err="1"/>
              <a:t>nodejs.org</a:t>
            </a:r>
            <a:r>
              <a:rPr dirty="0"/>
              <a:t>/docs/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rPr dirty="0"/>
              <a:t>• </a:t>
            </a:r>
            <a:r>
              <a:rPr dirty="0" err="1"/>
              <a:t>Express.js</a:t>
            </a:r>
            <a:r>
              <a:rPr dirty="0"/>
              <a:t> Guide - https://</a:t>
            </a:r>
            <a:r>
              <a:rPr dirty="0" err="1"/>
              <a:t>expressjs.com</a:t>
            </a:r>
            <a:r>
              <a:rPr dirty="0"/>
              <a:t>/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rPr dirty="0"/>
              <a:t>• MongoDB Manual - https://</a:t>
            </a:r>
            <a:r>
              <a:rPr dirty="0" err="1"/>
              <a:t>www.mongodb.com</a:t>
            </a:r>
            <a:r>
              <a:rPr dirty="0"/>
              <a:t>/docs/manual/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rPr dirty="0"/>
              <a:t>• Mongoose ODM - https://</a:t>
            </a:r>
            <a:r>
              <a:rPr dirty="0" err="1"/>
              <a:t>mongoosejs.com</a:t>
            </a:r>
            <a:r>
              <a:rPr dirty="0"/>
              <a:t>/docs/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rPr dirty="0"/>
              <a:t>• </a:t>
            </a:r>
            <a:r>
              <a:rPr dirty="0" err="1"/>
              <a:t>Socket.IO</a:t>
            </a:r>
            <a:r>
              <a:rPr dirty="0"/>
              <a:t> Documentation - https://</a:t>
            </a:r>
            <a:r>
              <a:rPr dirty="0" err="1"/>
              <a:t>socket.io</a:t>
            </a:r>
            <a:r>
              <a:rPr dirty="0"/>
              <a:t>/docs/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rPr dirty="0"/>
              <a:t>• Multer (File Upload) - https://</a:t>
            </a:r>
            <a:r>
              <a:rPr dirty="0" err="1"/>
              <a:t>github.com</a:t>
            </a:r>
            <a:r>
              <a:rPr dirty="0"/>
              <a:t>/</a:t>
            </a:r>
            <a:r>
              <a:rPr dirty="0" err="1"/>
              <a:t>expressjs</a:t>
            </a:r>
            <a:r>
              <a:rPr dirty="0"/>
              <a:t>/</a:t>
            </a:r>
            <a:r>
              <a:rPr dirty="0" err="1"/>
              <a:t>multer</a:t>
            </a: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rPr dirty="0"/>
              <a:t>• Docker Documentation - https://</a:t>
            </a:r>
            <a:r>
              <a:rPr dirty="0" err="1"/>
              <a:t>docs.docker.com</a:t>
            </a:r>
            <a:r>
              <a:rPr dirty="0"/>
              <a:t>/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You! 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StoriesOfUs - Every story shared is a step toward a more empathetic world.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C8C8C8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c8f49a32-fde3-48a5-9266-b5b0972a22dc}" enabled="1" method="Standard" siteId="{5ae1af62-9505-4097-a69a-c1553ef7840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954</Words>
  <Application>Microsoft Macintosh PowerPoint</Application>
  <PresentationFormat>Widescreen</PresentationFormat>
  <Paragraphs>146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Sachin Saini (sachsain)</cp:lastModifiedBy>
  <cp:revision>2</cp:revision>
  <dcterms:created xsi:type="dcterms:W3CDTF">2013-01-27T09:14:16Z</dcterms:created>
  <dcterms:modified xsi:type="dcterms:W3CDTF">2026-02-20T08:17:44Z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Cisco Confidential</vt:lpwstr>
  </property>
</Properties>
</file>